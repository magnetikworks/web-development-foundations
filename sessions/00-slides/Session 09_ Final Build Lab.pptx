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145A68-2E2E-4FE5-988B-8441507806E9}">
  <a:tblStyle styleId="{53145A68-2E2E-4FE5-988B-8441507806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5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4.xml"/><Relationship Id="rId21" Type="http://schemas.openxmlformats.org/officeDocument/2006/relationships/font" Target="fonts/RobotoMon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a88bbef4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a88bbef4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8e8c645a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8e8c645a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Topic: 1-on-1 Code Reviews &amp; "Firefighting"</a:t>
            </a:r>
            <a:r>
              <a:rPr lang="en">
                <a:solidFill>
                  <a:schemeClr val="dk1"/>
                </a:solidFill>
              </a:rPr>
              <a:t> This is a deep-work block. The instructor should move around the room (or breakout rooms) to provide: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"Look-Over-The-Shoulder" Review:</a:t>
            </a:r>
            <a:r>
              <a:rPr lang="en">
                <a:solidFill>
                  <a:schemeClr val="dk1"/>
                </a:solidFill>
              </a:rPr>
              <a:t> Checking if students are using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fetch()</a:t>
            </a:r>
            <a:r>
              <a:rPr lang="en">
                <a:solidFill>
                  <a:schemeClr val="dk1"/>
                </a:solidFill>
              </a:rPr>
              <a:t> correctly and handling errors.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GitHub Audit:</a:t>
            </a:r>
            <a:r>
              <a:rPr lang="en">
                <a:solidFill>
                  <a:schemeClr val="dk1"/>
                </a:solidFill>
              </a:rPr>
              <a:t> Ensuring students are actually closing their Issues via commits.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Vercel Check:</a:t>
            </a:r>
            <a:r>
              <a:rPr lang="en">
                <a:solidFill>
                  <a:schemeClr val="dk1"/>
                </a:solidFill>
              </a:rPr>
              <a:t> Confirming the live site updates correctly when code is pushed.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Refactoring Advice:</a:t>
            </a:r>
            <a:r>
              <a:rPr lang="en">
                <a:solidFill>
                  <a:schemeClr val="dk1"/>
                </a:solidFill>
              </a:rPr>
              <a:t> Helping students move from "spaghetti code" to clean, reusable functions.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af752fcc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af752fcc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af752fcc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af752fcc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76f9b2ea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76f9b2ea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aec4a879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aec4a879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Part 3: The "Pre-Flight" Checklist (20 Minutes)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Topic: Preparing for Presentations (Session 10)</a:t>
            </a:r>
            <a:r>
              <a:rPr lang="en">
                <a:solidFill>
                  <a:schemeClr val="dk1"/>
                </a:solidFill>
              </a:rPr>
              <a:t> Before students leave, they must ensure their project meets the "Launch Standard."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b42db806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b42db806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76f9b2ea5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76f9b2ea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github.io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timer-rosy-five.vercel.app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390525" y="1124650"/>
            <a:ext cx="6329400" cy="162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Development Foundations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1950450" y="4316871"/>
            <a:ext cx="62760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FEFEF"/>
                </a:solidFill>
              </a:rPr>
              <a:t>Final Lab Build</a:t>
            </a:r>
            <a:endParaRPr>
              <a:solidFill>
                <a:srgbClr val="EFEFEF"/>
              </a:solidFill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863" y="207330"/>
            <a:ext cx="220027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60950" y="3362143"/>
            <a:ext cx="16281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09</a:t>
            </a:r>
            <a:endParaRPr sz="9600">
              <a:solidFill>
                <a:srgbClr val="EFEF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" name="Google Shape;89;p13"/>
          <p:cNvCxnSpPr/>
          <p:nvPr/>
        </p:nvCxnSpPr>
        <p:spPr>
          <a:xfrm>
            <a:off x="0" y="4640158"/>
            <a:ext cx="8250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 b="18807" l="9081" r="8280" t="18500"/>
          <a:stretch/>
        </p:blipFill>
        <p:spPr>
          <a:xfrm>
            <a:off x="4073875" y="1442225"/>
            <a:ext cx="4865626" cy="246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>
            <p:ph type="title"/>
          </p:nvPr>
        </p:nvSpPr>
        <p:spPr>
          <a:xfrm>
            <a:off x="311700" y="555600"/>
            <a:ext cx="6302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1: The Stand Up Meeting</a:t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311700" y="1442225"/>
            <a:ext cx="36810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Topic: Blockers &amp; Goal Setting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What did you finish since the last session? 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What are you working on today? 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What is your "Blocker"?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430650" y="188750"/>
            <a:ext cx="2508850" cy="904450"/>
          </a:xfrm>
          <a:prstGeom prst="flowChartInputOutpu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000"/>
              <a:t>In a real agile environment, every day starts with a Stand-Up.</a:t>
            </a:r>
            <a:endParaRPr b="1"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2: Co-Working Sessions (140 m)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311700" y="4844625"/>
            <a:ext cx="453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19471"/>
          <a:stretch/>
        </p:blipFill>
        <p:spPr>
          <a:xfrm>
            <a:off x="1178521" y="1201075"/>
            <a:ext cx="6786950" cy="3643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Planning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311700" y="1072575"/>
            <a:ext cx="7757400" cy="27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Initialize your final Project Repository in github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Preferably &lt;username&gt;.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github.io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Translate the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brief into 6-8 GitHub Issues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 to be provided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coding is permitted until the Board is set up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 CSS system (colors, spacing) to ensure consistency across all the pages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311700" y="4844625"/>
            <a:ext cx="453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2: The Shell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311700" y="1072563"/>
            <a:ext cx="7002600" cy="27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Build the structural foundation and secure the Live URL.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Multi-Page Setup: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Creation of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index.html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other required files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Components: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Building the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Responsive Navigation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Requirement: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Navigation must be identical and functional on all pages.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Connecting the GitHub repo to Vercel or setup GitHub pages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Metric: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Every student ends this hour with a live (though empty) URL.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Atomic Commits: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Practice using keywords like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Closes #1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commit messages to automate their GitHub board.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311700" y="4844625"/>
            <a:ext cx="453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Minute Break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3: Checklist</a:t>
            </a:r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432525" y="1108925"/>
            <a:ext cx="7133400" cy="3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Topic: Preparing for Presentations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Ensure</a:t>
            </a:r>
            <a:endParaRPr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Mobile Test:</a:t>
            </a:r>
            <a:r>
              <a:rPr lang="en" sz="1100"/>
              <a:t> Does it work on a real phone?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The README:</a:t>
            </a:r>
            <a:r>
              <a:rPr lang="en" sz="1100"/>
              <a:t> Is the "Technical Stack" clearly listed?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Presentation Prep:</a:t>
            </a:r>
            <a:r>
              <a:rPr lang="en" sz="1100"/>
              <a:t> "In Session 10, you will have 5 minutes. You must show: Your Site, Your Code (one specific function), and Your GitHub Issue board."</a:t>
            </a:r>
            <a:endParaRPr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Project Evaluation Criteria</a:t>
            </a:r>
            <a:endParaRPr/>
          </a:p>
        </p:txBody>
      </p:sp>
      <p:graphicFrame>
        <p:nvGraphicFramePr>
          <p:cNvPr id="136" name="Google Shape;136;p20"/>
          <p:cNvGraphicFramePr/>
          <p:nvPr/>
        </p:nvGraphicFramePr>
        <p:xfrm>
          <a:off x="386225" y="164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{53145A68-2E2E-4FE5-988B-8441507806E9}</a:tableStyleId>
              </a:tblPr>
              <a:tblGrid>
                <a:gridCol w="1925375"/>
                <a:gridCol w="3168000"/>
                <a:gridCol w="2924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Criteria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Exceptional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Developing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Depth of Knowledge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Seamless use of Semantic HTML and complex CSS layouts.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Basic HTML used; layout breaks on some screens.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Methodologies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Site is fully accessible (Aria-labels, Alt-text) and optimized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Some accessibility errors or slow image loading.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Application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JavaScript handles data and events without errors.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JS is present but contains console errors.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Professional Capacity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Live URL works perfectly; GitHub history is professional.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Site is not deployed or lacks a README.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14215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142150" y="1222000"/>
            <a:ext cx="4260300" cy="2144100"/>
          </a:xfrm>
          <a:prstGeom prst="rect">
            <a:avLst/>
          </a:prstGeom>
          <a:solidFill>
            <a:srgbClr val="F0F6F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The "Hiring Manager" Test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I click your Vercel link, does it load in under 2 seconds?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your GitHub repo public and professional?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The Logic Check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Does the Search/Filter work without crashing?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Did you handle the "Loading..." state while the API fetches data?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4530050" y="1214250"/>
            <a:ext cx="4471800" cy="2080500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3. The Documentation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Does your README explain </a:t>
            </a:r>
            <a:r>
              <a:rPr b="1" lang="en" sz="1100"/>
              <a:t>how</a:t>
            </a:r>
            <a:r>
              <a:rPr lang="en" sz="1100"/>
              <a:t> to run your project and </a:t>
            </a:r>
            <a:r>
              <a:rPr b="1" lang="en" sz="1100"/>
              <a:t>why</a:t>
            </a:r>
            <a:r>
              <a:rPr lang="en" sz="1100"/>
              <a:t> you chose your tech stack?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4. The "Show &amp; Tell" Prep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Be ready to explain one specific "win" (the hardest problem you solved) and one "loss" (something you couldn't get working but learned from).</a:t>
            </a:r>
            <a:endParaRPr b="1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