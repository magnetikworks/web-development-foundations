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epen.io/magnetik-works/pen/azZpKWd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epen.io/magnetik-works/pen/QwEdZjV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depen.io/magnetik-works/pen/RNRKqgE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a88bbef4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a88bbef4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a88bbef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a88bbef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Part 1: Assessment &amp; Review (40 Minutes)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MCQ #1 (20m):</a:t>
            </a:r>
            <a:r>
              <a:rPr lang="en">
                <a:solidFill>
                  <a:schemeClr val="dk1"/>
                </a:solidFill>
              </a:rPr>
              <a:t> Conduct the first graded Knowledge Check (covering HTML Semantics and Accessibility).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Assignment Review (20m):</a:t>
            </a:r>
            <a:r>
              <a:rPr lang="en">
                <a:solidFill>
                  <a:schemeClr val="dk1"/>
                </a:solidFill>
              </a:rPr>
              <a:t> Review common pitfalls from the "Hello World" enhancements.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Common Bug:</a:t>
            </a:r>
            <a:r>
              <a:rPr lang="en">
                <a:solidFill>
                  <a:schemeClr val="dk1"/>
                </a:solidFill>
              </a:rPr>
              <a:t> Forgetting to link the CSS file in the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&lt;head&gt;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Common Bug:</a:t>
            </a:r>
            <a:r>
              <a:rPr lang="en">
                <a:solidFill>
                  <a:schemeClr val="dk1"/>
                </a:solidFill>
              </a:rPr>
              <a:t> Labels not properly linked to Input IDs.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88bbef4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a88bbef4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76f9b2ea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76f9b2ea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88bbef4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a88bbef4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</a:t>
            </a:r>
            <a:r>
              <a:rPr lang="en"/>
              <a:t> Classes:</a:t>
            </a:r>
            <a:br>
              <a:rPr lang="en"/>
            </a:br>
            <a:r>
              <a:rPr lang="en"/>
              <a:t>a:hover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color: red;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examples: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:focus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:active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:checked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:nth-child(2)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li:nth-child(2)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color: orange;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a88bbef4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a88bbef4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88bbef41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a88bbef4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https://codepen.io/magnetik-works/pen/azZpKWd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88bbef4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a88bbef4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https://codepen.io/magnetik-works/pen/QwEdZjV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6f9b2ea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76f9b2ea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7a9e751a5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7a9e751a5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a88bbef4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a88bbef4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</a:rPr>
              <a:t>Flexbox</a:t>
            </a:r>
            <a:r>
              <a:rPr lang="en">
                <a:solidFill>
                  <a:schemeClr val="dk1"/>
                </a:solidFill>
              </a:rPr>
              <a:t> to center a "Call to Action" button inside the hero.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</a:rPr>
              <a:t>Grid</a:t>
            </a:r>
            <a:r>
              <a:rPr lang="en">
                <a:solidFill>
                  <a:schemeClr val="dk1"/>
                </a:solidFill>
              </a:rPr>
              <a:t> to create a 3-column "Feature Gallery" below it that automatically wraps.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https://codepen.io/magnetik-works/pen/RNRKqgE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a88bbef4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a88bbef4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a88bbef4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a88bbef4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a88bbef4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a88bbef4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a88bbef4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a88bbef4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a88bbef4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a88bbef4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a88bbef4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a88bbef4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76f9b2ea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76f9b2ea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imer-rosy-five.vercel.app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lexboxfroggy.com/" TargetMode="External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htmlpreview.github.io/?https://github.com/magnetikworks/web-development-foundations/blob/main/sessions/03-modern-css-layouts/responsive-page/index.html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magnetikworks/web-development-foundations/blob/main/assignments/assignment-01-ui-library.m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ss-tricks.com/a-complete-guide-to-css-media-queries/" TargetMode="External"/><Relationship Id="rId4" Type="http://schemas.openxmlformats.org/officeDocument/2006/relationships/hyperlink" Target="https://developer.mozilla.org/en-US/docs/Learn_web_development/Core/CSS_layout/Responsive_Design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390525" y="1124650"/>
            <a:ext cx="6329400" cy="162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Development Foundations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950450" y="4316871"/>
            <a:ext cx="62760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Modern CSS Layouts and Responsive Design</a:t>
            </a:r>
            <a:endParaRPr>
              <a:solidFill>
                <a:srgbClr val="EFEFEF"/>
              </a:solidFill>
            </a:endParaRPr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63" y="207330"/>
            <a:ext cx="2200275" cy="7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60950" y="3362143"/>
            <a:ext cx="16281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9600">
              <a:solidFill>
                <a:srgbClr val="EFEFE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3"/>
          <p:cNvCxnSpPr/>
          <p:nvPr/>
        </p:nvCxnSpPr>
        <p:spPr>
          <a:xfrm>
            <a:off x="0" y="4640158"/>
            <a:ext cx="8250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1: MCQ#1 and session assignments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MCQ #1</a:t>
            </a:r>
            <a:endParaRPr/>
          </a:p>
        </p:txBody>
      </p:sp>
      <p:sp>
        <p:nvSpPr>
          <p:cNvPr id="100" name="Google Shape;100;p15"/>
          <p:cNvSpPr txBox="1"/>
          <p:nvPr>
            <p:ph idx="4294967295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Graded Quiz covering contents from Sessions 01 &amp; 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Session 2</a:t>
            </a:r>
            <a:endParaRPr/>
          </a:p>
        </p:txBody>
      </p:sp>
      <p:sp>
        <p:nvSpPr>
          <p:cNvPr id="106" name="Google Shape;106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Review common pitfalls</a:t>
            </a:r>
            <a:endParaRPr/>
          </a:p>
        </p:txBody>
      </p:sp>
      <p:sp>
        <p:nvSpPr>
          <p:cNvPr id="107" name="Google Shape;107;p16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Review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2: Core of CSS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34694" r="35704" t="0"/>
          <a:stretch/>
        </p:blipFill>
        <p:spPr>
          <a:xfrm>
            <a:off x="3767188" y="1005699"/>
            <a:ext cx="1609625" cy="31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55046" y="4868246"/>
            <a:ext cx="51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CSS: Cascading Style Sheets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Selectors</a:t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311700" y="1229975"/>
            <a:ext cx="39999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" sz="13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CSS Selector</a:t>
            </a:r>
            <a:endParaRPr b="1" sz="13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Selects </a:t>
            </a:r>
            <a:r>
              <a:rPr b="1"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HTML elements</a:t>
            </a:r>
            <a:br>
              <a:rPr b="1"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</a:t>
            </a:r>
            <a:r>
              <a:rPr b="1"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them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target elements by: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b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en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390"/>
          </a:p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Basic Selectors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Element Selector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Class Selector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ID Selector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Combining Selectors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Multiple Selectors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Descendant Selector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Attribute Selectors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Target elements by attribute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Pseudo-Classes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Elements in a specific style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CSS Box Model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276479" y="3754550"/>
            <a:ext cx="4934100" cy="9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Content - The content of the box, where text and images appear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Padding - Clears an area around the content. The padding is transparent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Border - A border that goes around the padding and content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Margin - Clears an area outside the border. The margin is transparent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975" y="1043436"/>
            <a:ext cx="5779975" cy="259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55046" y="4868246"/>
            <a:ext cx="51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w3schoools.com</a:t>
            </a:r>
            <a:endParaRPr sz="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Activity #1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229875"/>
            <a:ext cx="6877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Media Profile Card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component on codepen.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 a square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div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(the profile picture) and give it a circular look using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border-radius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 a "Status Indicator" using a thick border.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Learn that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border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padding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used to create space around an image so it doesn't touch the edges of its "container."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Activity #2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311700" y="1229875"/>
            <a:ext cx="7702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State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component on codepen.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simple "Buy Now" button.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Challenge: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background-color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mouse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hovers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 it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:hover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border-style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from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solid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dashed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when the button is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clicked/held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:active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a thick, bright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outline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when the button is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tabbed into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 keyboard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:focus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Accessibility and interactive feedback.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Minute Break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3: Modern Layout Modules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5581275" y="1075697"/>
            <a:ext cx="3541800" cy="35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Flexbox (The 1D Specialist)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Perfect for rows or columns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E.g;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Navbars, button groups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properties: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justify-content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align-items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flex-direction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 (The 2D Specialist)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Perfect for full-page layouts.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properties: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grid-template-columns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gap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units.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75" y="1177950"/>
            <a:ext cx="5146126" cy="343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</a:t>
            </a:r>
            <a:endParaRPr/>
          </a:p>
        </p:txBody>
      </p:sp>
      <p:sp>
        <p:nvSpPr>
          <p:cNvPr id="160" name="Google Shape;160;p2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Build a Hero Section</a:t>
            </a:r>
            <a:endParaRPr/>
          </a:p>
        </p:txBody>
      </p:sp>
      <p:sp>
        <p:nvSpPr>
          <p:cNvPr id="161" name="Google Shape;161;p24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Activity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311700" y="1229875"/>
            <a:ext cx="5832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Flexbox Froggy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https://flexboxfroggy.com/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Play first few levels to learn Flexbox through challenges</a:t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8307" y="242175"/>
            <a:ext cx="2203993" cy="149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Design 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229875"/>
            <a:ext cx="5832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Viewport Meta Tag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this tag, mobile browsers render pages at a desktop width (usually 980px) and then scale them down, making everything tiny and unreadable.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Code: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&lt;meta name="viewport" content="width=device-width, initial-scale=1.0"&gt;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Design 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311700" y="1229875"/>
            <a:ext cx="6892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Media Queries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queries allow you to apply CSS only when specific conditions are met (like a minimum screen width).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Breakpoints: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768px is a common "breakpoint" because it’s where small screens (phones) transition to medium screens (tablets/small laptops).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Responsive Design Demo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00" y="2116609"/>
            <a:ext cx="4858125" cy="140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7062475" y="196625"/>
            <a:ext cx="1895400" cy="1455000"/>
          </a:xfrm>
          <a:prstGeom prst="wedgeRoundRectCallout">
            <a:avLst>
              <a:gd fmla="val -68672" name="adj1"/>
              <a:gd fmla="val 46213" name="adj2"/>
              <a:gd fmla="val 0" name="adj3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Tip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Use Device Toolbar from DevTools to test different screen sizes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Responsive Design 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229875"/>
            <a:ext cx="78282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Mobile First</a:t>
            </a:r>
            <a:endParaRPr sz="25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a professional industry standard. You design for the smallest screen first and add complexity as the screen gets wider.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Mobile First?</a:t>
            </a:r>
            <a:endParaRPr b="1"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Leaner code for slower mobile networks.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Forces you to prioritize the most important content first.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Simplicity: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It’s easier to turn a single-column layout into a multi-column grid than it is to "shrink" a complex desktop grid down to a phone.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Workflow:</a:t>
            </a:r>
            <a:endParaRPr b="1"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CSS: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Styles for mobile (no media query needed).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Query (min-width: 768px):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Styles for Tablets.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94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 Query (min-width: 1024px):</a:t>
            </a:r>
            <a:r>
              <a:rPr lang="en" sz="157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Styles for Desktop.</a:t>
            </a:r>
            <a:endParaRPr sz="157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#1 UI Components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11700" y="1229875"/>
            <a:ext cx="5832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Goal 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To build the core structural and visual components of a modern website using Semantic HTML5 and Responsive CSS.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These components are the "puzzle pieces" that will form the foundation of your final Project.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Requirements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https://github.com/magnetikworks/web-development-foundations/blob/main/assignments/assignment-01-ui-library.md</a:t>
            </a: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Reading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Read up on Advanced selectors and use them in your portfolio for styling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https://css-tricks.com/a-complete-guide-to-css-media-queries/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https://developer.mozilla.org/en-US/docs/Learn_web_development/Core/CSS_layout/Responsive_Design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14215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299450" y="1080450"/>
            <a:ext cx="4081200" cy="3339000"/>
          </a:xfrm>
          <a:prstGeom prst="rect">
            <a:avLst/>
          </a:prstGeom>
          <a:solidFill>
            <a:srgbClr val="F0F6FC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The Box Model is Everything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element is a box.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border-box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keep your math simple and your layouts predictable.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Selectors are Your Precision Tools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Don't over-use IDs. Use Classes for styling and Pseudo-classes (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:hover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for interactivity.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Choose the Right Layout Engine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Flexbox: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lining things up in a single direction (Navbars).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defining a structure of rows and columns (Page layouts).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250"/>
          </a:p>
        </p:txBody>
      </p:sp>
      <p:sp>
        <p:nvSpPr>
          <p:cNvPr id="207" name="Google Shape;207;p31"/>
          <p:cNvSpPr txBox="1"/>
          <p:nvPr/>
        </p:nvSpPr>
        <p:spPr>
          <a:xfrm>
            <a:off x="4529950" y="1080450"/>
            <a:ext cx="4132800" cy="932700"/>
          </a:xfrm>
          <a:prstGeom prst="rect">
            <a:avLst/>
          </a:prstGeom>
          <a:solidFill>
            <a:srgbClr val="F0F6F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4. Design for Mobile First</a:t>
            </a:r>
            <a:endParaRPr b="1" sz="13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Start with the small screen. Use Media Queries to "add" complexity as the screen gets wider.</a:t>
            </a:r>
            <a:endParaRPr sz="12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