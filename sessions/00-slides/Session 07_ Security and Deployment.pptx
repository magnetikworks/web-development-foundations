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88bbef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88bbef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c15f6c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ac15f6c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MCQ #3: Asynchronous JS &amp; APIs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Topic:</a:t>
            </a:r>
            <a:r>
              <a:rPr lang="en">
                <a:solidFill>
                  <a:schemeClr val="dk1"/>
                </a:solidFill>
              </a:rPr>
              <a:t> Fetch, Promises, JSON, and Async/Await.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Format:</a:t>
            </a:r>
            <a:r>
              <a:rPr lang="en">
                <a:solidFill>
                  <a:schemeClr val="dk1"/>
                </a:solidFill>
              </a:rPr>
              <a:t> 5–10 Questions to be graded toward the final mark.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8a2987b2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8a2987b2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8e8c645a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8e8c645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f752fc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f752fc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af752fc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af752fc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6f9b2ea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76f9b2ea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ec4a87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aec4a87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e8c645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e8c645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6f9b2ea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6f9b2ea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timer-rosy-five.vercel.app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90525" y="1124650"/>
            <a:ext cx="6329400" cy="16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Development Foundations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950450" y="4316871"/>
            <a:ext cx="62760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Security &amp; Deployment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63" y="207330"/>
            <a:ext cx="22002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60950" y="3362143"/>
            <a:ext cx="16281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sz="9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0" y="4640158"/>
            <a:ext cx="8250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62031" r="8368" t="0"/>
          <a:stretch/>
        </p:blipFill>
        <p:spPr>
          <a:xfrm>
            <a:off x="377513" y="832691"/>
            <a:ext cx="1609625" cy="31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555600"/>
            <a:ext cx="6302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Module Recap &amp; </a:t>
            </a:r>
            <a:r>
              <a:rPr lang="en"/>
              <a:t>MCQ#3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2131325" y="1442225"/>
            <a:ext cx="62367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"Happy Path" vs. "Error Path" in Fetch.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why we use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try/catch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MCQ #3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0F6FC"/>
                </a:solidFill>
              </a:rPr>
              <a:t>Fetch, Promises, JSON, and Async/Await.</a:t>
            </a:r>
            <a:endParaRPr>
              <a:solidFill>
                <a:srgbClr val="F0F6F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Web Security &amp; Best Practices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 b="7496" l="0" r="0" t="20420"/>
          <a:stretch/>
        </p:blipFill>
        <p:spPr>
          <a:xfrm>
            <a:off x="1311050" y="1553301"/>
            <a:ext cx="6521898" cy="313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the User and the Code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1072563"/>
            <a:ext cx="70026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 &amp; SSL: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Why "the little green lock" matters and how data is encrypted in transit.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Sanitizing Inputs: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Preventing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XSS (Cross-Site Scripting)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Why you should prefer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.textContent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.innerHTML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handling user-generated content.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the User and the Code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072563"/>
            <a:ext cx="70026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Key Safety: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we never "hard-code" sensitive keys into public GitHub repos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Protecting the User and the Code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072563"/>
            <a:ext cx="7002600" cy="27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Best Practices: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Minification, image optimization, and Lazy Loading.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311700" y="4844625"/>
            <a:ext cx="45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Minute Break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Deployment &amp; The Live Web</a:t>
            </a:r>
            <a:endParaRPr/>
          </a:p>
        </p:txBody>
      </p:sp>
      <p:sp>
        <p:nvSpPr>
          <p:cNvPr id="141" name="Google Shape;141;p21"/>
          <p:cNvSpPr/>
          <p:nvPr/>
        </p:nvSpPr>
        <p:spPr>
          <a:xfrm>
            <a:off x="5632317" y="1189775"/>
            <a:ext cx="3305700" cy="6690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Hosting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0" y="1189989"/>
            <a:ext cx="3546900" cy="6690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 Code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2944204" y="1189775"/>
            <a:ext cx="3305700" cy="6690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432525" y="2304350"/>
            <a:ext cx="7133400" cy="23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GitHub Pages:</a:t>
            </a:r>
            <a:r>
              <a:rPr lang="en" sz="1300"/>
              <a:t> Perfect for static "Hello World" sites and simple portfolios.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Modern Platforms (Netlify/Vercel):</a:t>
            </a:r>
            <a:r>
              <a:rPr lang="en" sz="1300"/>
              <a:t> * </a:t>
            </a:r>
            <a:r>
              <a:rPr b="1" lang="en" sz="1300"/>
              <a:t>Continuous Deployment:</a:t>
            </a:r>
            <a:r>
              <a:rPr lang="en" sz="1300"/>
              <a:t> Explaining how "Pushing to Main" automatically updates the live website.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Preview Deploys:</a:t>
            </a:r>
            <a:r>
              <a:rPr lang="en" sz="1300"/>
              <a:t> How to see changes before they go live.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Custom Domains:</a:t>
            </a:r>
            <a:r>
              <a:rPr lang="en" sz="1300"/>
              <a:t> A brief look at DNS and how "myproject.netlify.app" becomes "myportfolio.com."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 Lab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 your favourite project.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 it to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Netlify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via GitHub.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 a "Live Build”.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a small code change, commit and push it, and watch the site auto-update in real-time.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14215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142150" y="1222000"/>
            <a:ext cx="4260300" cy="2207100"/>
          </a:xfrm>
          <a:prstGeom prst="rect">
            <a:avLst/>
          </a:prstGeom>
          <a:solidFill>
            <a:srgbClr val="F0F6F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Security is Not Optional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Sanitize inputs to prevent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.textContent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user data.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Optimize Before You Ship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Compress images and minify code. A fast site is a secure and accessible site.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530050" y="1214250"/>
            <a:ext cx="4471800" cy="1885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3. Automate Your Deployment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Use </a:t>
            </a:r>
            <a:r>
              <a:rPr b="1" lang="en" sz="1100"/>
              <a:t>Continuous Deployment (CD)</a:t>
            </a:r>
            <a:r>
              <a:rPr lang="en" sz="1100"/>
              <a:t>. Let the computer handle the "uploading" every time you push to GitHub.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4. Environment is Key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Understand the difference between your </a:t>
            </a:r>
            <a:r>
              <a:rPr b="1" lang="en" sz="1100"/>
              <a:t>Local Environment</a:t>
            </a:r>
            <a:r>
              <a:rPr lang="en" sz="1100"/>
              <a:t> (laptop) and the </a:t>
            </a:r>
            <a:r>
              <a:rPr b="1" lang="en" sz="1100"/>
              <a:t>Production Environment</a:t>
            </a:r>
            <a:r>
              <a:rPr lang="en" sz="1100"/>
              <a:t> (the server).</a:t>
            </a:r>
            <a:endParaRPr b="1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