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88bbef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88bbef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Part 1: Student Demos (120 Minutes)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Format:</a:t>
            </a:r>
            <a:r>
              <a:rPr lang="en">
                <a:solidFill>
                  <a:schemeClr val="dk1"/>
                </a:solidFill>
              </a:rPr>
              <a:t> Each student has 5–7 minutes to present their "Live Portfolio."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Three-Point Pitch: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The User Experience:</a:t>
            </a:r>
            <a:r>
              <a:rPr lang="en">
                <a:solidFill>
                  <a:schemeClr val="dk1"/>
                </a:solidFill>
              </a:rPr>
              <a:t> Demonstrate the live site on Vercel (Responsive layout + Search/Filter logic).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The Technical Engine:</a:t>
            </a:r>
            <a:r>
              <a:rPr lang="en">
                <a:solidFill>
                  <a:schemeClr val="dk1"/>
                </a:solidFill>
              </a:rPr>
              <a:t> Show a snippet of their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fetch()</a:t>
            </a:r>
            <a:r>
              <a:rPr lang="en">
                <a:solidFill>
                  <a:schemeClr val="dk1"/>
                </a:solidFill>
              </a:rPr>
              <a:t> logic or a specific GitHub Issue they solved.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The Reflection:</a:t>
            </a:r>
            <a:r>
              <a:rPr lang="en">
                <a:solidFill>
                  <a:schemeClr val="dk1"/>
                </a:solidFill>
              </a:rPr>
              <a:t> What was the hardest "bug" you faced, and how did you fix it?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Live Audit:</a:t>
            </a:r>
            <a:r>
              <a:rPr lang="en">
                <a:solidFill>
                  <a:schemeClr val="dk1"/>
                </a:solidFill>
              </a:rPr>
              <a:t> The instructor and peers look at the </a:t>
            </a:r>
            <a:r>
              <a:rPr b="1" lang="en">
                <a:solidFill>
                  <a:schemeClr val="dk1"/>
                </a:solidFill>
              </a:rPr>
              <a:t>GitHub Issue board</a:t>
            </a:r>
            <a:r>
              <a:rPr lang="en">
                <a:solidFill>
                  <a:schemeClr val="dk1"/>
                </a:solidFill>
              </a:rPr>
              <a:t> to verify the professional workflow was followed.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e8c645a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8e8c645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76f9b2ea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76f9b2ea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af752fc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af752fc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f752fc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f752fc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76f9b2ea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76f9b2ea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magnetikworks/web-development-foundations/blob/main/final-project/peer-review.m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imer-rosy-five.vercel.app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90525" y="1124650"/>
            <a:ext cx="6329400" cy="16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Development Foundations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950450" y="4316871"/>
            <a:ext cx="62760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Presentations &amp; Next Steps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63" y="207330"/>
            <a:ext cx="22002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60950" y="3362143"/>
            <a:ext cx="16281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9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0" y="4640158"/>
            <a:ext cx="8250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555600"/>
            <a:ext cx="6302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Student Presentations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442225"/>
            <a:ext cx="67587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 Project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project Link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 url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Three-Point Pitch: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User Experience: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Demonstrate the live site on Vercel (Responsive layout + Search/Filter logic).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Technical Engine: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 a snippet of their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fetch()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logic or a specific GitHub Issue they solved.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Reflection: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was the hardest "bug" you faced, and how did you fix it?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Audit: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 and peers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look at the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Issue board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verify the professional workflow was followed.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Peer Review &amp; Feedback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1229875"/>
            <a:ext cx="6687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Peer Review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Use the peer review checklist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https://github.com/magnetikworks/web-development-foundations/blob/main/final-project/peer-review.md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	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reviewer can open an issue on the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project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owner’s board titled “feedback: Peer Review Results”. Then paste the feedback directly into the ticket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Minute Break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Roadmap for Future Learning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072575"/>
            <a:ext cx="77574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JavaScript Horizon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React.js: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 have mastered the fundamentals (Components, Props, and State) through Template Literals and Data Mapping.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 &amp; Express: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move from "fetching" data to "building" the API themselves.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Professional Portfolio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229975"/>
            <a:ext cx="3999900" cy="1514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3-3-3 Rule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solid projects, 3 meaningful GitHub contributions, 3 professional connections.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4832400" y="1229975"/>
            <a:ext cx="3999900" cy="15147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Learning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 to documentation (MDN etc) over just tutorials.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14215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142150" y="1222000"/>
            <a:ext cx="4260300" cy="3032700"/>
          </a:xfrm>
          <a:prstGeom prst="rect">
            <a:avLst/>
          </a:prstGeom>
          <a:solidFill>
            <a:srgbClr val="F0F6F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You Built a System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moved from static text to a data-driven, live-hosted application.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You Followed the Workflow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didn't just code; you managed a project using Git, GitHub Issues, and Continuous Deployment.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The Toolbelt is Full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HTML/CSS: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Structure and Style.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Logic and Interactivity.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Global Data Connection.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530050" y="1214250"/>
            <a:ext cx="4471800" cy="17115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4. What's Next?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Keep Committing:</a:t>
            </a:r>
            <a:r>
              <a:rPr lang="en" sz="1100"/>
              <a:t> Don't let your GitHub graph go grey.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Explore Frameworks:</a:t>
            </a:r>
            <a:r>
              <a:rPr lang="en" sz="1100"/>
              <a:t> React or Vue are your next logical steps.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Build for Real:</a:t>
            </a:r>
            <a:r>
              <a:rPr lang="en" sz="1100"/>
              <a:t> Find a small business or a friend who needs a site and build it for them.</a:t>
            </a:r>
            <a:br>
              <a:rPr lang="en" sz="1100"/>
            </a:br>
            <a:endParaRPr sz="1100"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050" y="3001898"/>
            <a:ext cx="4471800" cy="1252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